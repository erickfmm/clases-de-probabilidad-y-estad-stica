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Fundamentos de Programación Moderna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Variables, control de flujo y lógica 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¡Hoy empezamos a programar de verdad! 💻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1: Entender qué son las variables y tipos de datos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2: Escribir expresiones y sentencias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3: Controlar el flujo del programa con decisiones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4: Usar ciclos para repetir tareas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organizar cajas con diferentes objetos y decidir qué hacer con cada una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Variables: Las Cajas de Memoria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Una variable es como una caja etiquetada donde guardamos datos 📦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variable tiene un nombre (etiqueta)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variable almacena un valor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nombre_empresa = "Mi Empresa S.A."
saldo = 1500000
activo = True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La computadora reserva memoria para guardar estos valores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Tipos de Datos Primitivos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Enteros (int) 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IDs, cantidades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id_usuario = 12345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Flotantes (float) 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Dinero, precios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precio = 19.99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Textos (string) 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Nombres, emails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nombre = "Juan"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Booleanos (bool) ✓✗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Estados sí/no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activo = True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Operadores Aritméticos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Operador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 + 5 = 15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20 - 8 = 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Multiplicación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 * 7 = 42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División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 / 3 = 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Módulo (resto)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17 % 5 =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Operadores Lógicos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Operador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Significado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Igual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edad == 18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!=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Diferente 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saldo != 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Mayor 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precio &gt; 100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&gt;=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Mayor o igual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edad &gt;= 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Menor 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stock &lt; 10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&lt;=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Menor o igual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nota &lt;= 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Expresiones vs. Sentencias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Expresión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Sentencia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Tiene un 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Ejecuta una acción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 + 3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x = 5 + 3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precio * 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print(mensaje)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edad &gt;= 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if edad &gt;= 18: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Práctico: Cálculo de 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Calcular el precio total de un producto con IVA (19%)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precio_neto = 100000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iva = precio_neto * 0.19 = 19000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precio_total = precio_neto + iva = 119000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precio_neto = 100000
precio_total = precio_neto * 1.19
# Resultado: 119000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Control de Flujo: IF/ELSE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computadora puede tomar decisiones! 🤖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IF = Si se cumple una condición, ejecuta un bloque de código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ELSE = Si no, ejecuta otro bloque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if saldo &gt;= costo:
    aprobar_transaccion()
    restar_saldo(costo)
else:
    rechazar_transaccion()
    mostrar_error("Saldo insuficiente")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Validación de Transacción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Aprobar o rechazar una compra según el saldo disponible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saldo = 50000
precio_producto = 30000
if saldo &gt;= precio_producto:
    print("Compra aprobada")
    saldo = saldo - precio_producto
    print("Nuevo saldo:", saldo)
else:
    print("Saldo insuficiente")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Resultado: Compra aprobada. Nuevo saldo: 20000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Operadores Lógicos: AND, OR,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Operador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Ambas condiciones verdaderas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edad &gt;= 18 AND tiene_licencia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 menos una verdadera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pago_efectivo OR pago_tarjeta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Niega la condición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NOT usuario_bloqueado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Estructuras SWITCH/MATCH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Para elegir entre múltiples opciones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Menú de opciones en un ERP: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opcion = 2
match opcion:
    case 1: crear_factura()
    case 2: consultar_saldo()
    case 3: generar_reporte()
    case _: print("Opcion invalida")
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Más limpio que múltiples IF/ELIF cuando hay muchas opciones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Ciclos: WHILE (Mientras)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¡Repetir código mientras se cumpla una condición! 🔄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 usa cuando no sabemos cuántas veces repetir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intentos = 0
conectado = False
while not conectado and intentos &lt; 5:
    conectado = intentar_conexion()
    intentos = intentos + 1
if conectado:
    print("Conexion exitosa")
else:
    print("Error de conexion")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Ciclos: FOR (Para Cada)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Se usa cuando sabemos cuántas veces repetir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Ideal para recorrer listas de datos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Pagar nómina a todos los empleados: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empleados = ["Ana", "Juan", "Maria", "Pedro"]
for empleado in empleados:
    procesar_pago(empleado)
    enviar_comprobante(empleado)
    print("Pago a", empleado, "OK")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Práctico: Calcular Total de Ventas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Sumar todas las ventas del día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ventas = [15000, 23000, 8500, 12000, 31000]
total = 0
for venta in ventas:
    total = total + venta
print("Total del día:", total)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Resultado: Total del día: 89500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Prevención de Bucles Infinitos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⚠️ ¡Cuidado con los bucles que nunca terminan!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Bucle infinito (ERROR):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contador = 0
while contador &lt; 10:
    print("Hola")
    # Olvidamos incrementar contador!
    # Este bucle NUNCA termina
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Bucle correcto: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contador = 0
while contador &lt; 10:
    print("Hola")
    contador = contador + 1  # Se incrementa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¡Tu Turno de Practicar!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un programa que valide un descuento especial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Condiciones: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Si la compra es mayor a $100.000 → 10% de descuento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Si además es cliente VIP → 15% de descuento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• Calcular el precio final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Usa IF/ELSE y operadores AND para resolverlo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lo Aprendido!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✅ Variables guardan datos en memoria (como cajas etiquetadas)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Tipos de datos: Enteros, Flotantes, Textos, Booleanos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Operadores aritméticos para cálculos (+, -, *, /, %)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Operadores lógicos para comparaciones (==, !=, &gt;, &lt;, &gt;=, &lt;=)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IF/ELSE permite tomar decisiones en el código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WHILE repite mientras se cumpla una condición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FOR recorre listas y repite un número fijo de veces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¡Con estos fundamentos ya puedes crear programas reales!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