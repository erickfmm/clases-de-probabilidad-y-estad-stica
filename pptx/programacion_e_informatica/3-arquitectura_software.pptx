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Arquitectura de Software y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Construyendo sistemas escalables y organizados 🏗️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vamos a aprender?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¡Hoy pensamos como arquitectos de software! 🏛️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1: Entender la Programación Orientada a Objetos (POO)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2: Conocer arquitecturas Cliente-Servidor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3: Aprender el patrón MVC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4: Introducción a Bases de Datos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Como diseñar un edificio: necesitamos planos, estructura y cimientos sólidos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Programación Orientada a Objetos (POO)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¡Modelar el mundo real en código! 🌍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POO organiza el código en 'objetos' que representan cosas reales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En un ERP necesitamos representar: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Usuarios (con nombre, email, contraseña)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Billeteras (con saldo, transacciones)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Facturas (con número, cliente, items, total)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Cada uno es un 'objeto' con sus propios datos y comportamientos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Clases y Objetos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Analogía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El molde o plantilla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Plano de una casa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Objeto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Una instancia de la clase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Casa construida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Atributos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Datos del objeto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Color, tamaño, habitaciones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Métodos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Acciones del objeto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Abrir puerta, encender luz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Clase Usuario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Crear una clase para representar usuarios del sistema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class Usuario:
    def __init__(self, nombre, email):
        self.nombre = nombre
        self.email = email
        self.activo = True
    def desactivar(self):
        self.activo = False
    def mostrar_info(self):
        return f"{self.nombre} - {self.email}"
# Crear objetos
usuario1 = Usuario("Ana", "ana@email.com")
usuario2 = Usuario("Juan", "juan@email.com")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Clase Billetera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Modelar una billetera digital con operaciones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class Billetera:
    def __init__(self, propietario):
        self.propietario = propietario
        self.saldo = 0
        self.transacciones = []
    def depositar(self, monto):
        self.saldo += monto
        self.transacciones.append(f"+{monto}")
    def retirar(self, monto):
        if self.saldo &gt;= monto:
            self.saldo -= monto
            self.transacciones.append(f"-{monto}")
            return True
        return False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Encapsulamiento: Proteger los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¡No permitir modificaciones no autorizadas! 🔒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 saldo de una billetera no debe modificarse directamente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Forma incorrecta: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billetera.saldo = 1000000  # ❌ Modificación directa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Forma correcta: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billetera.depositar(1000000)  # ✅ A través de método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 método valida y registra la operación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Completo: Clase Factura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class Factura:
    def __init__(self, numero, cliente):
        self.numero = numero
        self.cliente = cliente
        self.items = []
        self.total = 0
    def agregar_item(self, producto, precio):
        self.items.append({
            "producto": producto,
            "precio": precio
        })
        self.total += precio
    def aplicar_iva(self):
        self.total = self.total * 1.19
    def generar_pdf(self):
        # Logica para crear PDF
        pass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Arquitectura Cliente-Servidor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Cliente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Servidor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Solicita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Entrega datos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Interfaz de usuario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Lógica de negocio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Frontend/App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Backend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HTML, CSS, JS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Python, Java, Node.js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Flujo de una Petición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El ciclo de vida de una consulta 🔄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1️⃣ Cliente: Usuario hace clic en 'Ver saldo'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2️⃣ Cliente: Envía petición HTTP al servidor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3️⃣ Servidor: Recibe petición, consulta base de datos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4️⃣ Servidor: Obtiene saldo de la cuenta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5️⃣ Servidor: Envía respuesta al cliente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6️⃣ Cliente: Muestra el saldo en pantalla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Todo esto pasa en milisegundos 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Monolito vs. Microservicios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Monolito 🏢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Microservicios 🏘️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Todo en un solo bloque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Servicios separados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Más simple al inicio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Más flexible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Difícil escalar partes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Escala por componente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 error tumba todo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Fallas aisladas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Despliegue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Despliegue independiente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ERP con Microservicios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Cada servicio tiene una responsabilidad específica 🎯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Arquitectura de un ERP escalable: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Servicio de Autenticación (Login/Logout)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Servicio de Facturación (Crear/Consultar facturas)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Servicio de Inventario (Stock de productos)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Servicio de RRHH (Empleados y nómina)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🔹 Servicio de Reportes (Análisis y estadísticas)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Todos se comunican mediante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Patrón MVC: Modelo-Vista-Controlador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Responsabilidad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Datos y lógica de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Clase Usuario, Factura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Vista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Interfaz visual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HTML, CSS, pantallas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Controlador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Conecta Modelo y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Recibe clicks, actualiza datos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MVC: Login de Usuario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Sistema de login usando patrón MVC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# MODELO (datos)
class UsuarioModelo:
    def verificar_credenciales(usuario, password):
        # Consulta base de datos
        return usuario_valido
# VISTA (interfaz)
def mostrar_formulario_login():
    # Muestra campos de usuario y contrasena
    pass
# CONTROLADOR (logica)
def procesar_login(usuario, password):
    if UsuarioModelo.verificar_credenciales(usuario, password):
        mostrar_pantalla_principal()
    else:
        mostrar_error("Credenciales invalidas")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Bases de Datos: Persistencia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¿Por qué necesitamos guardar la información? 💾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Las variables en memoria se borran al cerrar el programa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Necesitamos almacenamiento permanente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Si apagas WhatsApp y lo vuelves a abrir, tus mensajes siguen ahí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Esos mensajes están en una base de datos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Memoria RAM (temporal) → Base de Datos (permanente)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SQL vs. NoSQL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SQL (Relacional) 📊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NoSQL (No Relacional) 📦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Tablas con filas y columnas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Documentos, clave-valor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Relaciones entre tablas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Datos anidados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Estructura rígida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Estructura flexible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MySQL, PostgreSQL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MongoDB, Redis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Modelar Relaciones: Clientes y Compras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Tabla Clientes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email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Ana López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ana@mail.com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Juan Pérez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juan@mail.com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Tabla Compras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cliente_id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monto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Propiedades ACID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Garantías de integridad en transacciones 🛡️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🅰️ Atomicidad: Todo o nada (transferencia completa o se revierte)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🅲 Consistencia: Datos siempre válidos (no saldos negativos)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🅸 Aislamiento: Transacciones no interfieren entre sí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🅳 Durabilidad: Datos guardados no se pierden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Transferencia bancaria: Si falla a la mitad, se revierte todo (Atomicidad)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ACID: Transferencia Bancaria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Transferir $50.000 de cuenta A a cuenta B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INICIO TRANSACCION
  1. Verificar saldo cuenta A &gt;= 50000
  2. Restar 50000 de cuenta A
  3. Sumar 50000 a cuenta B
  4. Registrar movimiento
SI todo OK, COMMIT (confirmar)
SI algo falla, ROLLBACK (revertir todo)
FIN TRANSACCION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¡El dinero nunca se pierde a la mitad! 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¡Tu Turno de Practicar! 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Diseñar clases POO para un sistema de biblioteca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Clases necesarias: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Libro (título, autor, ISBN, disponible)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Usuario (nombre, email, libros_prestados)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Biblioteca (inventario, usuarios)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Métodos sugeridos: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prestar_libro(usuario, libro)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devolver_libro(usuario, libro)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Piensa en encapsulamiento: ¿qué atributos deben ser privados?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lo Aprendido! 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✅ POO modela el mundo real con clases y objetos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Encapsulamiento protege datos sensibles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Cliente-Servidor separa interfaz de lógica de negocio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Microservicios permiten escalar por componentes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MVC separa responsabilidades (Modelo-Vista-Controlador)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Bases de datos persisten información permanentemente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SQL es relacional, NoSQL es flexible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ACID garantiza transacciones seguras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¡Ya puedes diseñar arquitecturas de software profesionales!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